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3BFC-0403-4071-938B-AFFB0037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48876-67A7-3AE8-F834-D0BE34A21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45777-18F1-3228-9E2B-34082752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5628-6139-D967-1DAB-2DC74F1F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A524A-B889-47D4-9E3B-ACF58BF9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5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86CE-57B3-75AB-8697-E4624959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E4644-ADCE-8462-9372-0648DD0C2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94845-9CE3-DA0E-FE1C-88884D82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85733-B60B-65D1-D9B9-3B2C16D4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5CB2D-45AD-79C9-CED8-A03D0198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4086-C314-6B61-F652-84C56CD6B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1E2AB-3EFC-B298-4B18-395EB9252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6BF10-7F0C-ECCC-6615-D10DEFC40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DFE9A-2B5E-D555-5F97-56530532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8D35D-E203-5164-316E-2B74C585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06B9-49C3-61C9-4751-93A4187E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66511-E626-B7BE-ED47-8A2174C94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8E264-2789-9B68-8FBB-A6188A99A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96E03-DEE7-D288-8ED2-E13AF7D1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9713A-F7C6-7FCB-2209-4C38FA02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E37AA-B468-D36C-1CD3-CC5C913A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9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D236-831C-2854-1401-B1F053D7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65962-470F-4D7F-843F-DF034A166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E0128-B43F-BE01-B4EC-97AFB92F7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85F07-A751-7FA2-EAC8-5EB377D73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6D6DA-D235-3FBD-5A91-5F7D444DE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4709F-43B4-25D6-304D-8DB6CDB1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A0AB0E-95DC-5A36-3367-DAEBC68D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3F08D-52BA-2A64-B7C9-AB889A32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9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759B-A475-4D9C-B96E-E6C80FE9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46E497-CD45-DE33-5FA7-1CFFA0A6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553D2-FA60-A1F1-1953-C0C0E73B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6FA80-0D38-C388-C9CB-EE887DC9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1D0EE-3466-3256-CFCB-CDD9BEA2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57200-5870-F30F-7689-3C3B94BC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6D576-40BF-AABE-20F0-1B445103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E66C-77CD-FCC7-5ED2-2C4A03FF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C0AA-A9A4-FADD-02F5-1AA6AEBC5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86314-D350-CF0C-A019-A6E3BED21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247FE-81CF-5EF6-8271-5AFF8466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CE0C0-5F55-1F52-E60D-43A12AC4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16884-BE2C-8096-6A3E-F4EFFBD8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B15D-5718-BFB5-A087-A483E5AF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CBD36-3F7D-F21F-902F-AB537785F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B5DB3-551F-0B85-1049-A0502C941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87CF5-FA9C-A19A-C288-16C055B5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D1DDE-46D3-39C5-CB47-25BF9731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B4EBB-D6EB-3960-61B7-810F61C0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5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4B30-CC2B-A23A-FB4D-A855F976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1D4E5-7E21-E43E-9836-CE20E7C61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7DDD7-B607-4247-69AF-EF0A0F28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C2A7-0862-4F43-4582-93CA2103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78C67-18E5-934C-383A-45F97788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CB8B7-E83B-FAE7-C662-656CC0F56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EC7E8-4555-EA99-8641-A4D76F68C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F95B4-A9A0-C61F-12B3-C18D0D2E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F937D-1186-7102-63B0-B24A3F75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B099B-4719-21C5-1863-884E6D4E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51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7982F-03C9-A641-2810-CA037DC5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FA9DA-5FA8-DADD-1B1A-3468425F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A2179-06A9-C2E1-0E7B-6F00148E2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1656-DAB9-4D4A-9D81-846B1031F52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47025-737B-0F48-98DA-C56951967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D844-487D-9D65-187D-1D7ED96E9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2A942-0BB6-4D80-B0AA-11AD6F30E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8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E86C-A563-9775-A42F-B303EE251F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Phishing Awareness Training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C5800-5B7E-A66D-7F8B-55CF807664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/>
              <a:t>Internship Task 2</a:t>
            </a:r>
            <a:br>
              <a:rPr lang="en-US" dirty="0"/>
            </a:br>
            <a:r>
              <a:rPr lang="en-US" dirty="0"/>
              <a:t>Prepared by: Maham Riaz</a:t>
            </a:r>
          </a:p>
        </p:txBody>
      </p:sp>
    </p:spTree>
    <p:extLst>
      <p:ext uri="{BB962C8B-B14F-4D97-AF65-F5344CB8AC3E}">
        <p14:creationId xmlns:p14="http://schemas.microsoft.com/office/powerpoint/2010/main" val="327168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2222-4113-6B01-57EB-7E4F677D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66877-4374-01EB-E19B-05E742D92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Phishing is a cyberattack where attackers impersonate trusted organizations.</a:t>
            </a:r>
            <a:br>
              <a:rPr lang="en-US" dirty="0"/>
            </a:br>
            <a:r>
              <a:rPr lang="en-US" dirty="0"/>
              <a:t>• The goal is to steal sensitive information such as usernames, passwords, and banking details.</a:t>
            </a:r>
            <a:br>
              <a:rPr lang="en-US" dirty="0"/>
            </a:br>
            <a:r>
              <a:rPr lang="en-US" dirty="0"/>
              <a:t>• Phishing attacks are commonly delivered through emails, text messages, and fake websites.</a:t>
            </a:r>
          </a:p>
        </p:txBody>
      </p:sp>
    </p:spTree>
    <p:extLst>
      <p:ext uri="{BB962C8B-B14F-4D97-AF65-F5344CB8AC3E}">
        <p14:creationId xmlns:p14="http://schemas.microsoft.com/office/powerpoint/2010/main" val="279427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57F9-B816-6FE2-5464-DDEA88AB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Phishing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91374-741F-E497-3CF9-435DD94CF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Email Phishing</a:t>
            </a:r>
            <a:br>
              <a:rPr lang="en-US" dirty="0"/>
            </a:br>
            <a:r>
              <a:rPr lang="en-US" dirty="0"/>
              <a:t>• Spear Phishing (targeted attacks)</a:t>
            </a:r>
            <a:br>
              <a:rPr lang="en-US" dirty="0"/>
            </a:br>
            <a:r>
              <a:rPr lang="en-US" dirty="0"/>
              <a:t>• Whaling (targeting executives)</a:t>
            </a:r>
            <a:br>
              <a:rPr lang="en-US" dirty="0"/>
            </a:br>
            <a:r>
              <a:rPr lang="en-US" dirty="0"/>
              <a:t>• Smishing (SMS phishing)</a:t>
            </a:r>
            <a:br>
              <a:rPr lang="en-US" dirty="0"/>
            </a:br>
            <a:r>
              <a:rPr lang="en-US" dirty="0"/>
              <a:t>• Vishing (voice phishing)</a:t>
            </a:r>
          </a:p>
        </p:txBody>
      </p:sp>
    </p:spTree>
    <p:extLst>
      <p:ext uri="{BB962C8B-B14F-4D97-AF65-F5344CB8AC3E}">
        <p14:creationId xmlns:p14="http://schemas.microsoft.com/office/powerpoint/2010/main" val="268370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F7C8-5553-CC0A-CB2C-9DD87149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Recognize a Phishing 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5AD0B-D54E-4014-A52D-D17B17E20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Suspicious sender address</a:t>
            </a:r>
            <a:br>
              <a:rPr lang="en-US" dirty="0"/>
            </a:br>
            <a:r>
              <a:rPr lang="en-US" dirty="0"/>
              <a:t>• Urgent or threatening language</a:t>
            </a:r>
            <a:br>
              <a:rPr lang="en-US" dirty="0"/>
            </a:br>
            <a:r>
              <a:rPr lang="en-US" dirty="0"/>
              <a:t>• Requests for personal information</a:t>
            </a:r>
            <a:br>
              <a:rPr lang="en-US" dirty="0"/>
            </a:br>
            <a:r>
              <a:rPr lang="en-US" dirty="0"/>
              <a:t>• Unexpected attachments</a:t>
            </a:r>
            <a:br>
              <a:rPr lang="en-US" dirty="0"/>
            </a:br>
            <a:r>
              <a:rPr lang="en-US" dirty="0"/>
              <a:t>• Suspicious links</a:t>
            </a:r>
          </a:p>
        </p:txBody>
      </p:sp>
    </p:spTree>
    <p:extLst>
      <p:ext uri="{BB962C8B-B14F-4D97-AF65-F5344CB8AC3E}">
        <p14:creationId xmlns:p14="http://schemas.microsoft.com/office/powerpoint/2010/main" val="9475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50313-9DF7-C242-1951-71BE6BE8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a Phishing Email</a:t>
            </a:r>
            <a:br>
              <a:rPr lang="en-US" dirty="0"/>
            </a:br>
            <a:r>
              <a:rPr lang="en-US" dirty="0"/>
              <a:t>Subject: Your Account Will Be Suspended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0D58-81DE-A8FC-E551-930C198F3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Warning Signs:</a:t>
            </a:r>
            <a:br>
              <a:rPr lang="en-US" dirty="0"/>
            </a:br>
            <a:r>
              <a:rPr lang="en-US" dirty="0"/>
              <a:t>• Generic greeting</a:t>
            </a:r>
            <a:br>
              <a:rPr lang="en-US" dirty="0"/>
            </a:br>
            <a:r>
              <a:rPr lang="en-US" dirty="0"/>
              <a:t>• Urgent language</a:t>
            </a:r>
            <a:br>
              <a:rPr lang="en-US" dirty="0"/>
            </a:br>
            <a:r>
              <a:rPr lang="en-US" dirty="0"/>
              <a:t>• Suspicious link</a:t>
            </a:r>
            <a:br>
              <a:rPr lang="en-US" dirty="0"/>
            </a:br>
            <a:r>
              <a:rPr lang="en-US" dirty="0"/>
              <a:t>• Request for login credentials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20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8E59-9730-2707-8BAB-0CB626AC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Fake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D9CA0-1D38-5F4F-001B-5E24FCA9B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identify fake websites:</a:t>
            </a:r>
            <a:br>
              <a:rPr lang="en-US" dirty="0"/>
            </a:br>
            <a:r>
              <a:rPr lang="en-US" dirty="0"/>
              <a:t>• Check the URL carefully</a:t>
            </a:r>
            <a:br>
              <a:rPr lang="en-US" dirty="0"/>
            </a:br>
            <a:r>
              <a:rPr lang="en-US" dirty="0"/>
              <a:t>• Look for spelling mistakes</a:t>
            </a:r>
            <a:br>
              <a:rPr lang="en-US" dirty="0"/>
            </a:br>
            <a:r>
              <a:rPr lang="en-US" dirty="0"/>
              <a:t>• Verify HTTPS connection</a:t>
            </a:r>
            <a:br>
              <a:rPr lang="en-US" dirty="0"/>
            </a:br>
            <a:r>
              <a:rPr lang="en-US" dirty="0"/>
              <a:t>• Avoid clicking links from unknown emails</a:t>
            </a:r>
          </a:p>
        </p:txBody>
      </p:sp>
    </p:spTree>
    <p:extLst>
      <p:ext uri="{BB962C8B-B14F-4D97-AF65-F5344CB8AC3E}">
        <p14:creationId xmlns:p14="http://schemas.microsoft.com/office/powerpoint/2010/main" val="268726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321B-31F3-E708-215A-834DA3EF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32F20-0A3A-C9AD-91A5-9EFAFD323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Attackers often use:</a:t>
            </a:r>
            <a:br>
              <a:rPr lang="en-US" dirty="0"/>
            </a:br>
            <a:r>
              <a:rPr lang="en-US" dirty="0"/>
              <a:t>• Fear</a:t>
            </a:r>
            <a:br>
              <a:rPr lang="en-US" dirty="0"/>
            </a:br>
            <a:r>
              <a:rPr lang="en-US" dirty="0"/>
              <a:t>• Urgency</a:t>
            </a:r>
            <a:br>
              <a:rPr lang="en-US" dirty="0"/>
            </a:br>
            <a:r>
              <a:rPr lang="en-US" dirty="0"/>
              <a:t>• Curiosity</a:t>
            </a:r>
            <a:br>
              <a:rPr lang="en-US" dirty="0"/>
            </a:br>
            <a:r>
              <a:rPr lang="en-US" dirty="0"/>
              <a:t>• Authority</a:t>
            </a:r>
            <a:br>
              <a:rPr lang="en-US" dirty="0"/>
            </a:br>
            <a:r>
              <a:rPr lang="en-US" dirty="0"/>
              <a:t>• Trust</a:t>
            </a:r>
          </a:p>
        </p:txBody>
      </p:sp>
    </p:spTree>
    <p:extLst>
      <p:ext uri="{BB962C8B-B14F-4D97-AF65-F5344CB8AC3E}">
        <p14:creationId xmlns:p14="http://schemas.microsoft.com/office/powerpoint/2010/main" val="48284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BB89-DAC9-C478-3234-2A67D4C6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E29FD-27C8-2B77-51F4-BB6A4B383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Verify sender identity</a:t>
            </a:r>
            <a:br>
              <a:rPr lang="en-US" dirty="0"/>
            </a:br>
            <a:r>
              <a:rPr lang="en-US" dirty="0"/>
              <a:t>• Hover over links before clicking</a:t>
            </a:r>
            <a:br>
              <a:rPr lang="en-US" dirty="0"/>
            </a:br>
            <a:r>
              <a:rPr lang="en-US" dirty="0"/>
              <a:t>• Use Multi-Factor Authentication (MFA)</a:t>
            </a:r>
            <a:br>
              <a:rPr lang="en-US" dirty="0"/>
            </a:br>
            <a:r>
              <a:rPr lang="en-US" dirty="0"/>
              <a:t>• Keep software updated</a:t>
            </a:r>
            <a:br>
              <a:rPr lang="en-US" dirty="0"/>
            </a:br>
            <a:r>
              <a:rPr lang="en-US" dirty="0"/>
              <a:t>• Report suspicious emails</a:t>
            </a:r>
          </a:p>
        </p:txBody>
      </p:sp>
    </p:spTree>
    <p:extLst>
      <p:ext uri="{BB962C8B-B14F-4D97-AF65-F5344CB8AC3E}">
        <p14:creationId xmlns:p14="http://schemas.microsoft.com/office/powerpoint/2010/main" val="213925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14F9-F6D7-5BA8-B7C3-6B2E5C94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10DB-7990-8FC8-A1B0-FD85500E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Question 1:</a:t>
            </a:r>
            <a:br>
              <a:rPr lang="en-US" dirty="0"/>
            </a:br>
            <a:r>
              <a:rPr lang="en-US" dirty="0"/>
              <a:t>You receive an email asking you to verify your password immediately. What should you do?</a:t>
            </a:r>
          </a:p>
          <a:p>
            <a:pPr marL="0" indent="0">
              <a:buNone/>
            </a:pPr>
            <a:r>
              <a:rPr lang="en-US" dirty="0"/>
              <a:t>A. Click the link and enter credentials</a:t>
            </a:r>
            <a:br>
              <a:rPr lang="en-US" dirty="0"/>
            </a:br>
            <a:r>
              <a:rPr lang="en-US" dirty="0"/>
              <a:t>B. Verify through official channels (Correct)</a:t>
            </a:r>
            <a:br>
              <a:rPr lang="en-US" dirty="0"/>
            </a:br>
            <a:r>
              <a:rPr lang="en-US" dirty="0"/>
              <a:t>C. Ignore security warnings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 2:</a:t>
            </a:r>
            <a:br>
              <a:rPr lang="en-US" dirty="0"/>
            </a:br>
            <a:r>
              <a:rPr lang="en-US" dirty="0"/>
              <a:t>Which of the following is a common sign of phishing?</a:t>
            </a:r>
            <a:br>
              <a:rPr lang="en-US" dirty="0"/>
            </a:br>
            <a:r>
              <a:rPr lang="en-US" dirty="0"/>
              <a:t>A. Official company domain</a:t>
            </a:r>
            <a:br>
              <a:rPr lang="en-US" dirty="0"/>
            </a:br>
            <a:r>
              <a:rPr lang="en-US" dirty="0"/>
              <a:t>B. Personalized communication</a:t>
            </a:r>
            <a:br>
              <a:rPr lang="en-US" dirty="0"/>
            </a:br>
            <a:r>
              <a:rPr lang="en-US" dirty="0"/>
              <a:t>C. Urgent language requesting immediate action (Correct)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53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437CB-F600-3E2F-5E5F-EE993CE9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831C7-7215-0AAE-6B35-C35C53F3A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Think before you click.</a:t>
            </a:r>
            <a:br>
              <a:rPr lang="en-US" dirty="0"/>
            </a:br>
            <a:r>
              <a:rPr lang="en-US" dirty="0"/>
              <a:t>• Verify before you trust.</a:t>
            </a:r>
            <a:br>
              <a:rPr lang="en-US" dirty="0"/>
            </a:br>
            <a:r>
              <a:rPr lang="en-US" dirty="0"/>
              <a:t>• Report suspicious activities.</a:t>
            </a:r>
            <a:br>
              <a:rPr lang="en-US" dirty="0"/>
            </a:br>
            <a:r>
              <a:rPr lang="en-US" dirty="0"/>
              <a:t>• Cybersecurity starts with awareness.</a:t>
            </a:r>
          </a:p>
        </p:txBody>
      </p:sp>
    </p:spTree>
    <p:extLst>
      <p:ext uri="{BB962C8B-B14F-4D97-AF65-F5344CB8AC3E}">
        <p14:creationId xmlns:p14="http://schemas.microsoft.com/office/powerpoint/2010/main" val="2794500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361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Phishing Awareness Training </vt:lpstr>
      <vt:lpstr>What is Phishing?</vt:lpstr>
      <vt:lpstr>Types of Phishing Attacks</vt:lpstr>
      <vt:lpstr>How to Recognize a Phishing Email</vt:lpstr>
      <vt:lpstr>Example of a Phishing Email Subject: Your Account Will Be Suspended</vt:lpstr>
      <vt:lpstr>Fake Websites</vt:lpstr>
      <vt:lpstr>Social Engineering Techniques</vt:lpstr>
      <vt:lpstr>Best Practices</vt:lpstr>
      <vt:lpstr>Quiz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Maham Riaz</dc:creator>
  <cp:lastModifiedBy>Maham Riaz</cp:lastModifiedBy>
  <cp:revision>1</cp:revision>
  <dcterms:created xsi:type="dcterms:W3CDTF">2026-05-31T15:02:36Z</dcterms:created>
  <dcterms:modified xsi:type="dcterms:W3CDTF">2026-05-31T15:09:01Z</dcterms:modified>
</cp:coreProperties>
</file>